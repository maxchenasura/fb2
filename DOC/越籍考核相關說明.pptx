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15A4FC-2310-AD43-C751-10A903C62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041A3A-E1A6-6D2C-D775-DD7E6AF84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6803E3-91D6-DCAF-1DC5-4925FAFA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5DC635-60FD-166C-94B8-7909AD4C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D09A4-DA9C-D46D-C13B-55ED0C61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33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192B02-B576-2828-43A6-2BB43F1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24CC2-B0B0-B932-EBFF-CBC96B6D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8F898C-78AB-2A75-9679-BC6EDE39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00E637-74B0-E1D9-EEA7-8724F318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556E72-A94E-5114-6948-A946251A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97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25D3F-BE4A-21A1-3963-789E6C41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752224-EA6D-A5E6-C7B2-CF07D4481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F30DA1-8963-0ADB-019F-96E5692A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FCBAD4-1AA7-2108-2C34-342E7C9F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5D6B6-A241-8607-30E7-0832152D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01E6DE-92B1-24F5-401B-D1DD039F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EB4A7C-15A7-9EE7-F987-FB086EDFB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3A1D21-A93B-8435-287D-D93A5ACE0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9E20DB-D0FD-E653-E020-8C70D06B6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93843B-992F-51B7-0A33-E3277CF6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F3859B-9A7C-28A6-2CBC-7434FAEE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74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CD74F1-C1B8-18EA-B8A8-516414A5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C31E48-C67E-BE4B-4C30-047C1EE96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CAF992-166C-ABC8-2B01-76553A272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4E5F9F-82BB-9AEA-A7CC-A6CD9D5D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33583F-76CC-20B1-BDDE-D23558C5A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DC8865-9B7E-7798-941B-3F28C21C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7EA2B3-A14C-9AE1-B76E-D2D5CA3F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D53510D-73A6-DDEC-96D8-8BC168C7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50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13EF75-DBF4-121A-C22B-AA22C44D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4E6210-B85C-8226-F3E7-ADFFF8C3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BE6085A-E103-2990-EEB8-90ECBE94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DCABC4-E367-8461-7339-996E8C50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53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1EC846-A4B6-1C1A-2CBD-1CB180C2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F55E4C-ECB9-7CA0-D84D-A9C88FF7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DA7DAA-8F30-3869-3B8F-88855A91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14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9F74D-D13B-45BD-F5F3-36B20F4C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84D8F9-4C5F-D518-AFC8-E659BA18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340CF0-E00A-6F5E-145B-8663F28E5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255E5B-4E29-A588-E427-6160728F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DD4B02-2062-05A8-0FE5-4E16E6BC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01EC41-1052-C131-4B26-0BFF51EF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268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9971C2-ED2C-6CF6-58E9-E5B74493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99DDCB-214A-BCEF-490B-8424D8C9F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A8FC1B-42E8-8B56-C1CD-C37DEABED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DF8A8D-A77B-BA92-357A-26963292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A4D809-19A8-C8F1-895C-0207B97A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D99AC7-3FB6-34BA-EFA6-1022D793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58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EC96A-D640-FD12-0421-16EAF906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6A7C7D-48DA-6C2E-A6BD-082226D39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EB3082-0670-BA87-036F-0D332E44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AB2DE9-277E-8FBB-79C2-8A9B346B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881CB-FD43-D1B0-42D8-02A130F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19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94B0C4-31B3-4449-3940-933260A9D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D6B276-1624-BD2E-B868-520964EA9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EA4E69-F4B1-CB1D-7B3E-4AB704AA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80532D-9A03-7646-AC3D-72E24EF7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8BB3A3-A5F4-D2FF-CCB2-29B455B4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06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7E7507F-5C46-5EB7-3A3C-07319F5D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945572-3908-B5B0-E12E-81C1F93B9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1677E5-3629-1855-3551-9914BFA93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B10DE-0609-471D-A264-84E98389A250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03DDEE-55D5-FDB9-3957-BCB1F5E7B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412AC8-4CF3-4BD1-A65D-1A6C152C9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5AE0B-1832-45A7-810B-B979E56AF2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65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5CBE0C20-0420-EB65-E663-C1CB0C691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4" y="213310"/>
            <a:ext cx="11907731" cy="23095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F179486-DBE6-2100-C849-F96DA97AFEB0}"/>
              </a:ext>
            </a:extLst>
          </p:cNvPr>
          <p:cNvSpPr txBox="1"/>
          <p:nvPr/>
        </p:nvSpPr>
        <p:spPr>
          <a:xfrm>
            <a:off x="342900" y="2640330"/>
            <a:ext cx="8526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對象：越籍同仁</a:t>
            </a:r>
            <a:r>
              <a:rPr lang="en-US" altLang="zh-TW" sz="2800" dirty="0"/>
              <a:t>(</a:t>
            </a:r>
            <a:r>
              <a:rPr lang="zh-TW" altLang="en-US" sz="2800" dirty="0"/>
              <a:t>職務</a:t>
            </a:r>
            <a:r>
              <a:rPr lang="en-US" altLang="zh-TW" sz="2800" dirty="0"/>
              <a:t>PJ14</a:t>
            </a:r>
            <a:r>
              <a:rPr lang="zh-TW" altLang="en-US" sz="2800" dirty="0"/>
              <a:t>、</a:t>
            </a:r>
            <a:r>
              <a:rPr lang="en-US" altLang="zh-TW" sz="2800" dirty="0"/>
              <a:t>PJ16)</a:t>
            </a:r>
            <a:endParaRPr lang="zh-TW" altLang="en-US" sz="2800" dirty="0"/>
          </a:p>
        </p:txBody>
      </p:sp>
      <p:pic>
        <p:nvPicPr>
          <p:cNvPr id="10" name="圖片 9" descr="一張含有 文字, 字型, 數字, 白色 的圖片&#10;&#10;AI 產生的內容可能不正確。">
            <a:extLst>
              <a:ext uri="{FF2B5EF4-FFF2-40B4-BE49-F238E27FC236}">
                <a16:creationId xmlns:a16="http://schemas.microsoft.com/office/drawing/2014/main" id="{8F8E92FD-A5D3-8CB2-7223-DA438C3E2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281031"/>
            <a:ext cx="9696547" cy="286708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8602E8-F185-0878-85AF-AD4CDF4E904E}"/>
              </a:ext>
            </a:extLst>
          </p:cNvPr>
          <p:cNvSpPr txBox="1"/>
          <p:nvPr/>
        </p:nvSpPr>
        <p:spPr>
          <a:xfrm>
            <a:off x="342900" y="6265598"/>
            <a:ext cx="1256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比例分布：以部門為單位 </a:t>
            </a:r>
            <a:r>
              <a:rPr lang="en-US" altLang="zh-TW" sz="2800" dirty="0"/>
              <a:t>(</a:t>
            </a:r>
            <a:r>
              <a:rPr lang="zh-TW" altLang="en-US" sz="2800" dirty="0"/>
              <a:t>其中</a:t>
            </a:r>
            <a:r>
              <a:rPr lang="en-US" altLang="zh-TW" sz="2800" dirty="0"/>
              <a:t>A+B 20%</a:t>
            </a:r>
            <a:r>
              <a:rPr lang="zh-TW" altLang="en-US" sz="2800" dirty="0"/>
              <a:t>，其中</a:t>
            </a:r>
            <a:r>
              <a:rPr lang="en-US" altLang="zh-TW" sz="2800" dirty="0"/>
              <a:t>A max.5% 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5639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C41AF-15A1-C173-C0EA-6EE27922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考核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AF851E-DDC5-CCF6-BA7C-7C1B382F01F4}"/>
              </a:ext>
            </a:extLst>
          </p:cNvPr>
          <p:cNvSpPr txBox="1"/>
          <p:nvPr/>
        </p:nvSpPr>
        <p:spPr>
          <a:xfrm>
            <a:off x="838200" y="1743582"/>
            <a:ext cx="5932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考核</a:t>
            </a:r>
            <a:r>
              <a:rPr lang="en-US" altLang="zh-TW" sz="2400" dirty="0"/>
              <a:t>A</a:t>
            </a:r>
            <a:r>
              <a:rPr lang="zh-TW" altLang="en-US" sz="2400" dirty="0"/>
              <a:t>：需要寫推薦表</a:t>
            </a:r>
            <a:endParaRPr lang="en-US" altLang="zh-TW" sz="2400" dirty="0"/>
          </a:p>
        </p:txBody>
      </p:sp>
      <p:pic>
        <p:nvPicPr>
          <p:cNvPr id="5" name="圖片 4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E1662A16-8146-0057-77BD-CB157711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364"/>
          <a:stretch>
            <a:fillRect/>
          </a:stretch>
        </p:blipFill>
        <p:spPr>
          <a:xfrm>
            <a:off x="838200" y="2502480"/>
            <a:ext cx="10172701" cy="1601696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566CF41-A328-651C-348A-666A483CD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97438"/>
              </p:ext>
            </p:extLst>
          </p:nvPr>
        </p:nvGraphicFramePr>
        <p:xfrm>
          <a:off x="838200" y="4618735"/>
          <a:ext cx="8549645" cy="92439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1510690966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2395430706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3175235172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3959621478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2946141390"/>
                    </a:ext>
                  </a:extLst>
                </a:gridCol>
                <a:gridCol w="1394461">
                  <a:extLst>
                    <a:ext uri="{9D8B030D-6E8A-4147-A177-3AD203B41FA5}">
                      <a16:colId xmlns:a16="http://schemas.microsoft.com/office/drawing/2014/main" val="693107290"/>
                    </a:ext>
                  </a:extLst>
                </a:gridCol>
              </a:tblGrid>
              <a:tr h="40401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考核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92746389"/>
                  </a:ext>
                </a:extLst>
              </a:tr>
              <a:tr h="52038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分數</a:t>
                      </a:r>
                      <a:r>
                        <a:rPr lang="vi-VN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以上</a:t>
                      </a:r>
                      <a:endParaRPr lang="vi-VN" altLang="zh-TW" sz="2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89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50&gt;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62311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09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42C0C-118B-F460-7CDA-0EDC1792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" y="193675"/>
            <a:ext cx="10515600" cy="1325563"/>
          </a:xfrm>
        </p:spPr>
        <p:txBody>
          <a:bodyPr/>
          <a:lstStyle/>
          <a:p>
            <a:r>
              <a:rPr lang="zh-TW" altLang="en-US" b="1" dirty="0"/>
              <a:t>獎金計算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A039E92-91CB-31B8-5F3E-82504EBC50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8729818"/>
              </p:ext>
            </p:extLst>
          </p:nvPr>
        </p:nvGraphicFramePr>
        <p:xfrm>
          <a:off x="508634" y="1332129"/>
          <a:ext cx="9871712" cy="377130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930199">
                  <a:extLst>
                    <a:ext uri="{9D8B030D-6E8A-4147-A177-3AD203B41FA5}">
                      <a16:colId xmlns:a16="http://schemas.microsoft.com/office/drawing/2014/main" val="1011729939"/>
                    </a:ext>
                  </a:extLst>
                </a:gridCol>
                <a:gridCol w="2113993">
                  <a:extLst>
                    <a:ext uri="{9D8B030D-6E8A-4147-A177-3AD203B41FA5}">
                      <a16:colId xmlns:a16="http://schemas.microsoft.com/office/drawing/2014/main" val="903898394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1855091798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2443806335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4187828362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256620221"/>
                    </a:ext>
                  </a:extLst>
                </a:gridCol>
                <a:gridCol w="1365504">
                  <a:extLst>
                    <a:ext uri="{9D8B030D-6E8A-4147-A177-3AD203B41FA5}">
                      <a16:colId xmlns:a16="http://schemas.microsoft.com/office/drawing/2014/main" val="381309124"/>
                    </a:ext>
                  </a:extLst>
                </a:gridCol>
              </a:tblGrid>
              <a:tr h="40401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考核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A(120%)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(110%)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(100%)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(90%)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(80%)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308433588"/>
                  </a:ext>
                </a:extLst>
              </a:tr>
              <a:tr h="5203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分數</a:t>
                      </a:r>
                      <a:r>
                        <a:rPr lang="vi-VN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以上</a:t>
                      </a:r>
                      <a:endParaRPr lang="vi-VN" altLang="zh-TW" sz="2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89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59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～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50&gt;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894631012"/>
                  </a:ext>
                </a:extLst>
              </a:tr>
              <a:tr h="56938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國瑞</a:t>
                      </a:r>
                      <a:b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年資</a:t>
                      </a:r>
                      <a:endParaRPr lang="vi-VN" altLang="zh-TW" sz="2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年↓</a:t>
                      </a:r>
                      <a:r>
                        <a:rPr lang="vi-VN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28,800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26,400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24,000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21,600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19,200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444339091"/>
                  </a:ext>
                </a:extLst>
              </a:tr>
              <a:tr h="56938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~2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年未滿</a:t>
                      </a:r>
                      <a:endParaRPr lang="vi-VN" altLang="zh-TW" sz="2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33,600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30,800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28,000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25,200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22</a:t>
                      </a: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569119292"/>
                  </a:ext>
                </a:extLst>
              </a:tr>
              <a:tr h="56938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</a:t>
                      </a:r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~3</a:t>
                      </a:r>
                      <a:r>
                        <a:rPr lang="zh-TW" altLang="en-US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年未滿</a:t>
                      </a:r>
                      <a:endParaRPr lang="vi-VN" altLang="zh-TW" sz="2000" b="1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38,400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35,200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32,000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28,800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vi-VN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800722926"/>
                  </a:ext>
                </a:extLst>
              </a:tr>
              <a:tr h="56938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7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年</a:t>
                      </a:r>
                      <a:r>
                        <a:rPr lang="en-US" altLang="zh-CN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~6</a:t>
                      </a:r>
                      <a:r>
                        <a:rPr lang="zh-TW" alt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年未滿</a:t>
                      </a:r>
                      <a:endParaRPr lang="vi-VN" altLang="zh-TW" sz="2000" b="1" u="none" strike="noStrike" kern="1200" dirty="0">
                        <a:solidFill>
                          <a:schemeClr val="tx1"/>
                        </a:solidFill>
                        <a:effectLst/>
                        <a:latin typeface="Rockwell (本文)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</a:t>
                      </a:r>
                      <a:r>
                        <a:rPr lang="en-US" altLang="zh-CN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46,200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42,000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37,800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33,600</a:t>
                      </a:r>
                      <a:endParaRPr lang="en-US" altLang="zh-TW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3094515694"/>
                  </a:ext>
                </a:extLst>
              </a:tr>
              <a:tr h="569381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6</a:t>
                      </a:r>
                      <a:r>
                        <a:rPr lang="zh-TW" altLang="en-US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Rockwell (本文)"/>
                          <a:ea typeface="+mn-ea"/>
                          <a:cs typeface="+mn-cs"/>
                        </a:rPr>
                        <a:t>年以上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62,400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57,200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52,000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46,800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20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41,600</a:t>
                      </a: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4064949590"/>
                  </a:ext>
                </a:extLst>
              </a:tr>
            </a:tbl>
          </a:graphicData>
        </a:graphic>
      </p:graphicFrame>
      <p:pic>
        <p:nvPicPr>
          <p:cNvPr id="4" name="圖片 3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72FB0A67-8612-2FFB-D784-ABF373FFE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80" b="7082"/>
          <a:stretch>
            <a:fillRect/>
          </a:stretch>
        </p:blipFill>
        <p:spPr>
          <a:xfrm>
            <a:off x="3809609" y="5409467"/>
            <a:ext cx="7174621" cy="125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41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7748C491B7BEA4CB2AE46E60F8F0F63" ma:contentTypeVersion="11" ma:contentTypeDescription="建立新的文件。" ma:contentTypeScope="" ma:versionID="1e2209d1e90e9a367c12a5ada0105b30">
  <xsd:schema xmlns:xsd="http://www.w3.org/2001/XMLSchema" xmlns:xs="http://www.w3.org/2001/XMLSchema" xmlns:p="http://schemas.microsoft.com/office/2006/metadata/properties" xmlns:ns2="23af56dc-58e8-445b-b3e4-c0585d06318a" xmlns:ns3="f7f452fa-3e95-459e-b8c7-16862146046a" targetNamespace="http://schemas.microsoft.com/office/2006/metadata/properties" ma:root="true" ma:fieldsID="7d64a128b96a0597335bf9de9b91d86c" ns2:_="" ns3:_="">
    <xsd:import namespace="23af56dc-58e8-445b-b3e4-c0585d06318a"/>
    <xsd:import namespace="f7f452fa-3e95-459e-b8c7-1686214604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af56dc-58e8-445b-b3e4-c0585d0631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影像標籤" ma:readOnly="false" ma:fieldId="{5cf76f15-5ced-4ddc-b409-7134ff3c332f}" ma:taxonomyMulti="true" ma:sspId="05decbe5-fe5c-424a-8a0a-e5e1f4ec75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452fa-3e95-459e-b8c7-16862146046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9dba43e-edde-4890-85aa-22393247c787}" ma:internalName="TaxCatchAll" ma:showField="CatchAllData" ma:web="f7f452fa-3e95-459e-b8c7-1686214604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7f452fa-3e95-459e-b8c7-16862146046a" xsi:nil="true"/>
    <lcf76f155ced4ddcb4097134ff3c332f xmlns="23af56dc-58e8-445b-b3e4-c0585d06318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145D0E-656B-435F-91DF-DB6F9CEC550B}"/>
</file>

<file path=customXml/itemProps2.xml><?xml version="1.0" encoding="utf-8"?>
<ds:datastoreItem xmlns:ds="http://schemas.openxmlformats.org/officeDocument/2006/customXml" ds:itemID="{C9B705E5-34A3-4812-879F-D5879F590FAC}"/>
</file>

<file path=customXml/itemProps3.xml><?xml version="1.0" encoding="utf-8"?>
<ds:datastoreItem xmlns:ds="http://schemas.openxmlformats.org/officeDocument/2006/customXml" ds:itemID="{E182E0C6-ADA6-49FD-AFA2-F97934D54C0C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156</Words>
  <Application>Microsoft Office PowerPoint</Application>
  <PresentationFormat>寬螢幕</PresentationFormat>
  <Paragraphs>60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Rockwell (本文)</vt:lpstr>
      <vt:lpstr>Arial</vt:lpstr>
      <vt:lpstr>Office 佈景主題</vt:lpstr>
      <vt:lpstr>PowerPoint 簡報</vt:lpstr>
      <vt:lpstr>考核</vt:lpstr>
      <vt:lpstr>獎金計算</vt:lpstr>
    </vt:vector>
  </TitlesOfParts>
  <Company>Kuozui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張雲婷 Yun-Ting Jang</dc:creator>
  <cp:lastModifiedBy>張雲婷 Yun-Ting Jang</cp:lastModifiedBy>
  <cp:revision>7</cp:revision>
  <dcterms:created xsi:type="dcterms:W3CDTF">2026-05-06T06:40:14Z</dcterms:created>
  <dcterms:modified xsi:type="dcterms:W3CDTF">2026-05-07T08:13:53Z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0x01010057748C491B7BEA4CB2AE46E60F8F0F63</vt:lpwstr>
  </property>
</Properties>
</file>